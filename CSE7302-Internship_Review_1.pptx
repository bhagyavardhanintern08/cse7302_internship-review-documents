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60" r:id="rId3"/>
    <p:sldId id="261" r:id="rId4"/>
    <p:sldId id="270" r:id="rId5"/>
    <p:sldId id="271" r:id="rId6"/>
    <p:sldId id="262" r:id="rId7"/>
    <p:sldId id="272" r:id="rId8"/>
    <p:sldId id="263" r:id="rId9"/>
    <p:sldId id="273" r:id="rId10"/>
    <p:sldId id="264" r:id="rId11"/>
    <p:sldId id="265" r:id="rId12"/>
    <p:sldId id="274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030A70-DEBE-4285-936F-4316FB5D68DF}" v="45" dt="2026-01-25T07:29:13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gyavardhan SB" userId="1e7ceafa8b8bc6c1" providerId="LiveId" clId="{A5ABD909-FB5A-497E-82A3-3FEA2A14E4FF}"/>
    <pc:docChg chg="undo custSel addSld modSld">
      <pc:chgData name="Bhagyavardhan SB" userId="1e7ceafa8b8bc6c1" providerId="LiveId" clId="{A5ABD909-FB5A-497E-82A3-3FEA2A14E4FF}" dt="2026-01-25T07:29:13.684" v="334" actId="2711"/>
      <pc:docMkLst>
        <pc:docMk/>
      </pc:docMkLst>
      <pc:sldChg chg="modSp mod">
        <pc:chgData name="Bhagyavardhan SB" userId="1e7ceafa8b8bc6c1" providerId="LiveId" clId="{A5ABD909-FB5A-497E-82A3-3FEA2A14E4FF}" dt="2026-01-10T11:16:52.593" v="274" actId="2711"/>
        <pc:sldMkLst>
          <pc:docMk/>
          <pc:sldMk cId="3066724582" sldId="259"/>
        </pc:sldMkLst>
        <pc:spChg chg="mod">
          <ac:chgData name="Bhagyavardhan SB" userId="1e7ceafa8b8bc6c1" providerId="LiveId" clId="{A5ABD909-FB5A-497E-82A3-3FEA2A14E4FF}" dt="2026-01-09T15:06:33.904" v="136" actId="20577"/>
          <ac:spMkLst>
            <pc:docMk/>
            <pc:sldMk cId="3066724582" sldId="259"/>
            <ac:spMk id="8" creationId="{00000000-0000-0000-0000-000000000000}"/>
          </ac:spMkLst>
        </pc:spChg>
        <pc:spChg chg="mod">
          <ac:chgData name="Bhagyavardhan SB" userId="1e7ceafa8b8bc6c1" providerId="LiveId" clId="{A5ABD909-FB5A-497E-82A3-3FEA2A14E4FF}" dt="2026-01-09T15:08:35.325" v="188" actId="20577"/>
          <ac:spMkLst>
            <pc:docMk/>
            <pc:sldMk cId="3066724582" sldId="259"/>
            <ac:spMk id="9" creationId="{00000000-0000-0000-0000-000000000000}"/>
          </ac:spMkLst>
        </pc:spChg>
        <pc:spChg chg="mod">
          <ac:chgData name="Bhagyavardhan SB" userId="1e7ceafa8b8bc6c1" providerId="LiveId" clId="{A5ABD909-FB5A-497E-82A3-3FEA2A14E4FF}" dt="2026-01-10T11:16:52.593" v="274" actId="2711"/>
          <ac:spMkLst>
            <pc:docMk/>
            <pc:sldMk cId="3066724582" sldId="259"/>
            <ac:spMk id="90" creationId="{00000000-0000-0000-0000-000000000000}"/>
          </ac:spMkLst>
        </pc:spChg>
        <pc:graphicFrameChg chg="modGraphic">
          <ac:chgData name="Bhagyavardhan SB" userId="1e7ceafa8b8bc6c1" providerId="LiveId" clId="{A5ABD909-FB5A-497E-82A3-3FEA2A14E4FF}" dt="2026-01-10T11:16:32.572" v="273" actId="2711"/>
          <ac:graphicFrameMkLst>
            <pc:docMk/>
            <pc:sldMk cId="3066724582" sldId="259"/>
            <ac:graphicFrameMk id="10" creationId="{00000000-0000-0000-0000-000000000000}"/>
          </ac:graphicFrameMkLst>
        </pc:graphicFrameChg>
      </pc:sldChg>
      <pc:sldChg chg="modSp mod">
        <pc:chgData name="Bhagyavardhan SB" userId="1e7ceafa8b8bc6c1" providerId="LiveId" clId="{A5ABD909-FB5A-497E-82A3-3FEA2A14E4FF}" dt="2026-01-09T15:10:40.733" v="216" actId="2711"/>
        <pc:sldMkLst>
          <pc:docMk/>
          <pc:sldMk cId="1558138914" sldId="261"/>
        </pc:sldMkLst>
        <pc:spChg chg="mod">
          <ac:chgData name="Bhagyavardhan SB" userId="1e7ceafa8b8bc6c1" providerId="LiveId" clId="{A5ABD909-FB5A-497E-82A3-3FEA2A14E4FF}" dt="2026-01-09T15:10:40.733" v="216" actId="2711"/>
          <ac:spMkLst>
            <pc:docMk/>
            <pc:sldMk cId="1558138914" sldId="261"/>
            <ac:spMk id="3" creationId="{00000000-0000-0000-0000-000000000000}"/>
          </ac:spMkLst>
        </pc:spChg>
      </pc:sldChg>
      <pc:sldChg chg="modSp mod">
        <pc:chgData name="Bhagyavardhan SB" userId="1e7ceafa8b8bc6c1" providerId="LiveId" clId="{A5ABD909-FB5A-497E-82A3-3FEA2A14E4FF}" dt="2026-01-09T09:18:34.091" v="76" actId="20577"/>
        <pc:sldMkLst>
          <pc:docMk/>
          <pc:sldMk cId="658682123" sldId="262"/>
        </pc:sldMkLst>
        <pc:spChg chg="mod">
          <ac:chgData name="Bhagyavardhan SB" userId="1e7ceafa8b8bc6c1" providerId="LiveId" clId="{A5ABD909-FB5A-497E-82A3-3FEA2A14E4FF}" dt="2026-01-09T09:18:34.091" v="76" actId="20577"/>
          <ac:spMkLst>
            <pc:docMk/>
            <pc:sldMk cId="658682123" sldId="262"/>
            <ac:spMk id="3" creationId="{00000000-0000-0000-0000-000000000000}"/>
          </ac:spMkLst>
        </pc:spChg>
      </pc:sldChg>
      <pc:sldChg chg="modSp mod">
        <pc:chgData name="Bhagyavardhan SB" userId="1e7ceafa8b8bc6c1" providerId="LiveId" clId="{A5ABD909-FB5A-497E-82A3-3FEA2A14E4FF}" dt="2026-01-25T07:29:13.684" v="334" actId="2711"/>
        <pc:sldMkLst>
          <pc:docMk/>
          <pc:sldMk cId="3497100239" sldId="266"/>
        </pc:sldMkLst>
        <pc:graphicFrameChg chg="mod modGraphic">
          <ac:chgData name="Bhagyavardhan SB" userId="1e7ceafa8b8bc6c1" providerId="LiveId" clId="{A5ABD909-FB5A-497E-82A3-3FEA2A14E4FF}" dt="2026-01-25T07:29:13.684" v="334" actId="2711"/>
          <ac:graphicFrameMkLst>
            <pc:docMk/>
            <pc:sldMk cId="3497100239" sldId="266"/>
            <ac:graphicFrameMk id="8" creationId="{00000000-0000-0000-0000-000000000000}"/>
          </ac:graphicFrameMkLst>
        </pc:graphicFrameChg>
      </pc:sldChg>
      <pc:sldChg chg="modSp mod">
        <pc:chgData name="Bhagyavardhan SB" userId="1e7ceafa8b8bc6c1" providerId="LiveId" clId="{A5ABD909-FB5A-497E-82A3-3FEA2A14E4FF}" dt="2026-01-10T11:08:29.268" v="240" actId="20577"/>
        <pc:sldMkLst>
          <pc:docMk/>
          <pc:sldMk cId="295621377" sldId="267"/>
        </pc:sldMkLst>
        <pc:spChg chg="mod">
          <ac:chgData name="Bhagyavardhan SB" userId="1e7ceafa8b8bc6c1" providerId="LiveId" clId="{A5ABD909-FB5A-497E-82A3-3FEA2A14E4FF}" dt="2026-01-10T11:08:29.268" v="240" actId="20577"/>
          <ac:spMkLst>
            <pc:docMk/>
            <pc:sldMk cId="295621377" sldId="267"/>
            <ac:spMk id="3" creationId="{00000000-0000-0000-0000-000000000000}"/>
          </ac:spMkLst>
        </pc:spChg>
      </pc:sldChg>
      <pc:sldChg chg="addSp delSp modSp mod">
        <pc:chgData name="Bhagyavardhan SB" userId="1e7ceafa8b8bc6c1" providerId="LiveId" clId="{A5ABD909-FB5A-497E-82A3-3FEA2A14E4FF}" dt="2026-01-10T11:11:03.826" v="245" actId="478"/>
        <pc:sldMkLst>
          <pc:docMk/>
          <pc:sldMk cId="3788259925" sldId="270"/>
        </pc:sldMkLst>
        <pc:spChg chg="mod">
          <ac:chgData name="Bhagyavardhan SB" userId="1e7ceafa8b8bc6c1" providerId="LiveId" clId="{A5ABD909-FB5A-497E-82A3-3FEA2A14E4FF}" dt="2026-01-09T15:11:36.757" v="217" actId="20578"/>
          <ac:spMkLst>
            <pc:docMk/>
            <pc:sldMk cId="3788259925" sldId="270"/>
            <ac:spMk id="3" creationId="{C3A84F93-848E-EA49-33E2-690A02735477}"/>
          </ac:spMkLst>
        </pc:spChg>
      </pc:sldChg>
      <pc:sldChg chg="modSp mod">
        <pc:chgData name="Bhagyavardhan SB" userId="1e7ceafa8b8bc6c1" providerId="LiveId" clId="{A5ABD909-FB5A-497E-82A3-3FEA2A14E4FF}" dt="2026-01-10T11:11:09.437" v="246" actId="6549"/>
        <pc:sldMkLst>
          <pc:docMk/>
          <pc:sldMk cId="4114462960" sldId="271"/>
        </pc:sldMkLst>
        <pc:spChg chg="mod">
          <ac:chgData name="Bhagyavardhan SB" userId="1e7ceafa8b8bc6c1" providerId="LiveId" clId="{A5ABD909-FB5A-497E-82A3-3FEA2A14E4FF}" dt="2026-01-09T15:13:28.236" v="223" actId="20577"/>
          <ac:spMkLst>
            <pc:docMk/>
            <pc:sldMk cId="4114462960" sldId="271"/>
            <ac:spMk id="3" creationId="{F091798D-46B9-C165-9BE2-AE2C3C0A53A9}"/>
          </ac:spMkLst>
        </pc:spChg>
        <pc:spChg chg="mod">
          <ac:chgData name="Bhagyavardhan SB" userId="1e7ceafa8b8bc6c1" providerId="LiveId" clId="{A5ABD909-FB5A-497E-82A3-3FEA2A14E4FF}" dt="2026-01-10T11:11:09.437" v="246" actId="6549"/>
          <ac:spMkLst>
            <pc:docMk/>
            <pc:sldMk cId="4114462960" sldId="271"/>
            <ac:spMk id="4" creationId="{B90FD461-3C34-336B-F028-C131BCB01B57}"/>
          </ac:spMkLst>
        </pc:spChg>
      </pc:sldChg>
      <pc:sldChg chg="modSp new mod">
        <pc:chgData name="Bhagyavardhan SB" userId="1e7ceafa8b8bc6c1" providerId="LiveId" clId="{A5ABD909-FB5A-497E-82A3-3FEA2A14E4FF}" dt="2026-01-10T11:11:22.307" v="247" actId="6549"/>
        <pc:sldMkLst>
          <pc:docMk/>
          <pc:sldMk cId="2009546112" sldId="272"/>
        </pc:sldMkLst>
        <pc:spChg chg="mod">
          <ac:chgData name="Bhagyavardhan SB" userId="1e7ceafa8b8bc6c1" providerId="LiveId" clId="{A5ABD909-FB5A-497E-82A3-3FEA2A14E4FF}" dt="2026-01-09T09:19:18.763" v="78"/>
          <ac:spMkLst>
            <pc:docMk/>
            <pc:sldMk cId="2009546112" sldId="272"/>
            <ac:spMk id="2" creationId="{D45CA5DC-6576-1B20-5156-0D234498E18A}"/>
          </ac:spMkLst>
        </pc:spChg>
        <pc:spChg chg="mod">
          <ac:chgData name="Bhagyavardhan SB" userId="1e7ceafa8b8bc6c1" providerId="LiveId" clId="{A5ABD909-FB5A-497E-82A3-3FEA2A14E4FF}" dt="2026-01-10T11:11:22.307" v="247" actId="6549"/>
          <ac:spMkLst>
            <pc:docMk/>
            <pc:sldMk cId="2009546112" sldId="272"/>
            <ac:spMk id="4" creationId="{D23A557F-6BFC-80BA-87E4-0C41912947E4}"/>
          </ac:spMkLst>
        </pc:spChg>
      </pc:sldChg>
      <pc:sldChg chg="modSp mod">
        <pc:chgData name="Bhagyavardhan SB" userId="1e7ceafa8b8bc6c1" providerId="LiveId" clId="{A5ABD909-FB5A-497E-82A3-3FEA2A14E4FF}" dt="2026-01-10T11:11:36.197" v="248" actId="21"/>
        <pc:sldMkLst>
          <pc:docMk/>
          <pc:sldMk cId="734720047" sldId="273"/>
        </pc:sldMkLst>
        <pc:spChg chg="mod">
          <ac:chgData name="Bhagyavardhan SB" userId="1e7ceafa8b8bc6c1" providerId="LiveId" clId="{A5ABD909-FB5A-497E-82A3-3FEA2A14E4FF}" dt="2026-01-10T11:11:36.197" v="248" actId="21"/>
          <ac:spMkLst>
            <pc:docMk/>
            <pc:sldMk cId="734720047" sldId="273"/>
            <ac:spMk id="4" creationId="{8CAB3F6A-57C2-8D9B-7158-BD5DB3D289DF}"/>
          </ac:spMkLst>
        </pc:spChg>
      </pc:sldChg>
      <pc:sldChg chg="delSp mod">
        <pc:chgData name="Bhagyavardhan SB" userId="1e7ceafa8b8bc6c1" providerId="LiveId" clId="{A5ABD909-FB5A-497E-82A3-3FEA2A14E4FF}" dt="2026-01-10T11:11:49.815" v="249" actId="478"/>
        <pc:sldMkLst>
          <pc:docMk/>
          <pc:sldMk cId="2944452906" sldId="27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custT="1"/>
      <dgm:spPr/>
      <dgm:t>
        <a:bodyPr/>
        <a:lstStyle/>
        <a:p>
          <a:pPr algn="ctr">
            <a:buNone/>
          </a:pPr>
          <a:r>
            <a:rPr lang="en-US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 domain basics for security &amp; automation: Understand boom barriers, turnstiles, flap barriers, CCTV metadata, access patterns (domain knowledge, physical security systems, access control devices)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F980D832-7F28-4EC1-B7AA-A2B1B3F1D1B5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Review 2 </a:t>
          </a:r>
          <a:r>
            <a:rPr lang="en-IN" dirty="0"/>
            <a:t> </a:t>
          </a:r>
        </a:p>
      </dgm:t>
    </dgm:pt>
    <dgm:pt modelId="{FBB1C2A4-1CEB-4117-A51A-172DC4C59BF1}" type="parTrans" cxnId="{565A2B3F-FE4A-403B-B206-29AA5298A01D}">
      <dgm:prSet/>
      <dgm:spPr/>
      <dgm:t>
        <a:bodyPr/>
        <a:lstStyle/>
        <a:p>
          <a:endParaRPr lang="en-IN"/>
        </a:p>
      </dgm:t>
    </dgm:pt>
    <dgm:pt modelId="{B93041E1-DB9C-4A34-B584-1E41BD191D05}" type="sibTrans" cxnId="{565A2B3F-FE4A-403B-B206-29AA5298A01D}">
      <dgm:prSet/>
      <dgm:spPr/>
      <dgm:t>
        <a:bodyPr/>
        <a:lstStyle/>
        <a:p>
          <a:endParaRPr lang="en-IN"/>
        </a:p>
      </dgm:t>
    </dgm:pt>
    <dgm:pt modelId="{A0314A97-CA9B-45DE-886A-F03D63FA6D3F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Review 3 </a:t>
          </a:r>
        </a:p>
      </dgm:t>
    </dgm:pt>
    <dgm:pt modelId="{45638EB0-FEA7-4445-939C-D9650CAA2374}" type="parTrans" cxnId="{3DBC2F3D-68C1-4679-92CB-752263EEE1F0}">
      <dgm:prSet/>
      <dgm:spPr/>
      <dgm:t>
        <a:bodyPr/>
        <a:lstStyle/>
        <a:p>
          <a:endParaRPr lang="en-IN"/>
        </a:p>
      </dgm:t>
    </dgm:pt>
    <dgm:pt modelId="{DBAC7DCE-0019-4F91-9BA3-563A207B2851}" type="sibTrans" cxnId="{3DBC2F3D-68C1-4679-92CB-752263EEE1F0}">
      <dgm:prSet/>
      <dgm:spPr/>
      <dgm:t>
        <a:bodyPr/>
        <a:lstStyle/>
        <a:p>
          <a:endParaRPr lang="en-IN"/>
        </a:p>
      </dgm:t>
    </dgm:pt>
    <dgm:pt modelId="{B9BAAF75-CBB2-426C-AEEF-33B7062D4111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54B5A8DA-50C3-4211-87E3-9B707374C5D9}" type="parTrans" cxnId="{75B433C3-4437-4CD9-8650-747186D2ACED}">
      <dgm:prSet/>
      <dgm:spPr/>
      <dgm:t>
        <a:bodyPr/>
        <a:lstStyle/>
        <a:p>
          <a:endParaRPr lang="en-IN"/>
        </a:p>
      </dgm:t>
    </dgm:pt>
    <dgm:pt modelId="{C7A952F6-556E-4F38-9838-F3D3D878F46B}" type="sibTrans" cxnId="{75B433C3-4437-4CD9-8650-747186D2ACED}">
      <dgm:prSet/>
      <dgm:spPr/>
      <dgm:t>
        <a:bodyPr/>
        <a:lstStyle/>
        <a:p>
          <a:endParaRPr lang="en-IN"/>
        </a:p>
      </dgm:t>
    </dgm:pt>
    <dgm:pt modelId="{E8E1E59C-12A3-42CE-9187-EEDCFF4EC53A}">
      <dgm:prSet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Review 5</a:t>
          </a:r>
        </a:p>
      </dgm:t>
    </dgm:pt>
    <dgm:pt modelId="{9601F147-47ED-4DC6-9994-EF0AFA94058D}" type="parTrans" cxnId="{D58D8C82-0EAB-4D9C-99A1-3B6E6B28D865}">
      <dgm:prSet/>
      <dgm:spPr/>
      <dgm:t>
        <a:bodyPr/>
        <a:lstStyle/>
        <a:p>
          <a:endParaRPr lang="en-IN"/>
        </a:p>
      </dgm:t>
    </dgm:pt>
    <dgm:pt modelId="{BDCC409F-B044-48FA-86C3-7279A6950F77}" type="sibTrans" cxnId="{D58D8C82-0EAB-4D9C-99A1-3B6E6B28D865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756EC01-D1C7-46C8-82FE-24212B313725}" type="pres">
      <dgm:prSet presAssocID="{E8E1E59C-12A3-42CE-9187-EEDCFF4EC53A}" presName="ChildAccent5" presStyleCnt="0"/>
      <dgm:spPr/>
    </dgm:pt>
    <dgm:pt modelId="{F8726453-509E-4FB9-A466-2C3618D8BA45}" type="pres">
      <dgm:prSet presAssocID="{E8E1E59C-12A3-42CE-9187-EEDCFF4EC53A}" presName="ChildAccent" presStyleLbl="alignImgPlace1" presStyleIdx="0" presStyleCnt="5"/>
      <dgm:spPr/>
    </dgm:pt>
    <dgm:pt modelId="{1F82EC8C-0010-4FC7-B458-67C03587E68D}" type="pres">
      <dgm:prSet presAssocID="{E8E1E59C-12A3-42CE-9187-EEDCFF4EC53A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D1452463-6B9D-43C5-A0B7-78D38F4D45F9}" type="pres">
      <dgm:prSet presAssocID="{E8E1E59C-12A3-42CE-9187-EEDCFF4EC53A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5D6ACDA-8F5C-4085-8D10-CD3DFC6B1F5C}" type="pres">
      <dgm:prSet presAssocID="{B9BAAF75-CBB2-426C-AEEF-33B7062D4111}" presName="ChildAccent4" presStyleCnt="0"/>
      <dgm:spPr/>
    </dgm:pt>
    <dgm:pt modelId="{6375CBE4-861B-4770-8153-C855C4C74A93}" type="pres">
      <dgm:prSet presAssocID="{B9BAAF75-CBB2-426C-AEEF-33B7062D4111}" presName="ChildAccent" presStyleLbl="alignImgPlace1" presStyleIdx="1" presStyleCnt="5"/>
      <dgm:spPr/>
    </dgm:pt>
    <dgm:pt modelId="{9ACC9DD6-BD17-4ED5-9613-B31869B26C72}" type="pres">
      <dgm:prSet presAssocID="{B9BAAF75-CBB2-426C-AEEF-33B7062D4111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C6F2F9E-27E4-48F0-B521-E02C6F557608}" type="pres">
      <dgm:prSet presAssocID="{B9BAAF75-CBB2-426C-AEEF-33B7062D4111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36D18DE9-244D-4DAD-B94F-195F50E8F791}" type="pres">
      <dgm:prSet presAssocID="{A0314A97-CA9B-45DE-886A-F03D63FA6D3F}" presName="ChildAccent3" presStyleCnt="0"/>
      <dgm:spPr/>
    </dgm:pt>
    <dgm:pt modelId="{97542972-40DD-4881-8464-63438866FE42}" type="pres">
      <dgm:prSet presAssocID="{A0314A97-CA9B-45DE-886A-F03D63FA6D3F}" presName="ChildAccent" presStyleLbl="alignImgPlace1" presStyleIdx="2" presStyleCnt="5"/>
      <dgm:spPr/>
    </dgm:pt>
    <dgm:pt modelId="{C1EF11D4-6AAA-4065-9637-6CD2FB3E02D1}" type="pres">
      <dgm:prSet presAssocID="{A0314A97-CA9B-45DE-886A-F03D63FA6D3F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FA1B96C-7468-4586-8735-DA700E391EC4}" type="pres">
      <dgm:prSet presAssocID="{A0314A97-CA9B-45DE-886A-F03D63FA6D3F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16C0B950-5FC5-4752-964C-171D78147A63}" type="pres">
      <dgm:prSet presAssocID="{F980D832-7F28-4EC1-B7AA-A2B1B3F1D1B5}" presName="ChildAccent2" presStyleCnt="0"/>
      <dgm:spPr/>
    </dgm:pt>
    <dgm:pt modelId="{C062AC8E-B9B2-459D-B1A5-06588B0B06A7}" type="pres">
      <dgm:prSet presAssocID="{F980D832-7F28-4EC1-B7AA-A2B1B3F1D1B5}" presName="ChildAccent" presStyleLbl="alignImgPlace1" presStyleIdx="3" presStyleCnt="5"/>
      <dgm:spPr/>
    </dgm:pt>
    <dgm:pt modelId="{CF9B84F4-680A-4E4B-97C1-03967F11957F}" type="pres">
      <dgm:prSet presAssocID="{F980D832-7F28-4EC1-B7AA-A2B1B3F1D1B5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3A7B17E-EFDC-4182-A81D-4BE91F148522}" type="pres">
      <dgm:prSet presAssocID="{F980D832-7F28-4EC1-B7AA-A2B1B3F1D1B5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23D9D513-1DA9-48F1-A607-835E38D33DBA}" type="presOf" srcId="{E8E1E59C-12A3-42CE-9187-EEDCFF4EC53A}" destId="{D1452463-6B9D-43C5-A0B7-78D38F4D45F9}" srcOrd="0" destOrd="0" presId="urn:microsoft.com/office/officeart/2011/layout/InterconnectedBlockProcess"/>
    <dgm:cxn modelId="{CA48D914-FB38-4231-92E0-5AD47983E2FF}" type="presOf" srcId="{F980D832-7F28-4EC1-B7AA-A2B1B3F1D1B5}" destId="{03A7B17E-EFDC-4182-A81D-4BE91F148522}" srcOrd="0" destOrd="0" presId="urn:microsoft.com/office/officeart/2011/layout/InterconnectedBlockProcess"/>
    <dgm:cxn modelId="{3DBC2F3D-68C1-4679-92CB-752263EEE1F0}" srcId="{5751524B-FB67-4894-A0C5-35151E149D68}" destId="{A0314A97-CA9B-45DE-886A-F03D63FA6D3F}" srcOrd="2" destOrd="0" parTransId="{45638EB0-FEA7-4445-939C-D9650CAA2374}" sibTransId="{DBAC7DCE-0019-4F91-9BA3-563A207B2851}"/>
    <dgm:cxn modelId="{565A2B3F-FE4A-403B-B206-29AA5298A01D}" srcId="{5751524B-FB67-4894-A0C5-35151E149D68}" destId="{F980D832-7F28-4EC1-B7AA-A2B1B3F1D1B5}" srcOrd="1" destOrd="0" parTransId="{FBB1C2A4-1CEB-4117-A51A-172DC4C59BF1}" sibTransId="{B93041E1-DB9C-4A34-B584-1E41BD191D05}"/>
    <dgm:cxn modelId="{D58D8C82-0EAB-4D9C-99A1-3B6E6B28D865}" srcId="{5751524B-FB67-4894-A0C5-35151E149D68}" destId="{E8E1E59C-12A3-42CE-9187-EEDCFF4EC53A}" srcOrd="4" destOrd="0" parTransId="{9601F147-47ED-4DC6-9994-EF0AFA94058D}" sibTransId="{BDCC409F-B044-48FA-86C3-7279A6950F77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7F4005B8-2741-4017-B50F-8ED7B52F936F}" type="presOf" srcId="{B9BAAF75-CBB2-426C-AEEF-33B7062D4111}" destId="{0C6F2F9E-27E4-48F0-B521-E02C6F557608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75B433C3-4437-4CD9-8650-747186D2ACED}" srcId="{5751524B-FB67-4894-A0C5-35151E149D68}" destId="{B9BAAF75-CBB2-426C-AEEF-33B7062D4111}" srcOrd="3" destOrd="0" parTransId="{54B5A8DA-50C3-4211-87E3-9B707374C5D9}" sibTransId="{C7A952F6-556E-4F38-9838-F3D3D878F46B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6EA6EAF3-8B60-49CB-903B-992DD9A0DAB5}" type="presOf" srcId="{A0314A97-CA9B-45DE-886A-F03D63FA6D3F}" destId="{1FA1B96C-7468-4586-8735-DA700E391EC4}" srcOrd="0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FAD3A4A9-C694-425F-9A13-7CB276592E15}" type="presParOf" srcId="{A6BCDA7B-D633-438F-B44D-CB4D60E5C492}" destId="{0756EC01-D1C7-46C8-82FE-24212B313725}" srcOrd="0" destOrd="0" presId="urn:microsoft.com/office/officeart/2011/layout/InterconnectedBlockProcess"/>
    <dgm:cxn modelId="{2A4316C4-149E-4A6B-AC1E-F881DBA4CE16}" type="presParOf" srcId="{0756EC01-D1C7-46C8-82FE-24212B313725}" destId="{F8726453-509E-4FB9-A466-2C3618D8BA45}" srcOrd="0" destOrd="0" presId="urn:microsoft.com/office/officeart/2011/layout/InterconnectedBlockProcess"/>
    <dgm:cxn modelId="{050B9CF6-1026-402F-9535-381A4A951538}" type="presParOf" srcId="{A6BCDA7B-D633-438F-B44D-CB4D60E5C492}" destId="{1F82EC8C-0010-4FC7-B458-67C03587E68D}" srcOrd="1" destOrd="0" presId="urn:microsoft.com/office/officeart/2011/layout/InterconnectedBlockProcess"/>
    <dgm:cxn modelId="{4241B691-BC51-4BC8-92BC-DD02677D6EB1}" type="presParOf" srcId="{A6BCDA7B-D633-438F-B44D-CB4D60E5C492}" destId="{D1452463-6B9D-43C5-A0B7-78D38F4D45F9}" srcOrd="2" destOrd="0" presId="urn:microsoft.com/office/officeart/2011/layout/InterconnectedBlockProcess"/>
    <dgm:cxn modelId="{2F5A0D40-4405-445D-8A8C-C685D25E46B0}" type="presParOf" srcId="{A6BCDA7B-D633-438F-B44D-CB4D60E5C492}" destId="{E5D6ACDA-8F5C-4085-8D10-CD3DFC6B1F5C}" srcOrd="3" destOrd="0" presId="urn:microsoft.com/office/officeart/2011/layout/InterconnectedBlockProcess"/>
    <dgm:cxn modelId="{47BDAC43-1784-4CA3-90EA-9A82556E87F6}" type="presParOf" srcId="{E5D6ACDA-8F5C-4085-8D10-CD3DFC6B1F5C}" destId="{6375CBE4-861B-4770-8153-C855C4C74A93}" srcOrd="0" destOrd="0" presId="urn:microsoft.com/office/officeart/2011/layout/InterconnectedBlockProcess"/>
    <dgm:cxn modelId="{34BB3381-9FA5-4CD8-AA9B-C56E39B99C77}" type="presParOf" srcId="{A6BCDA7B-D633-438F-B44D-CB4D60E5C492}" destId="{9ACC9DD6-BD17-4ED5-9613-B31869B26C72}" srcOrd="4" destOrd="0" presId="urn:microsoft.com/office/officeart/2011/layout/InterconnectedBlockProcess"/>
    <dgm:cxn modelId="{2A515459-1125-4E72-A740-A7BE1E77D336}" type="presParOf" srcId="{A6BCDA7B-D633-438F-B44D-CB4D60E5C492}" destId="{0C6F2F9E-27E4-48F0-B521-E02C6F557608}" srcOrd="5" destOrd="0" presId="urn:microsoft.com/office/officeart/2011/layout/InterconnectedBlockProcess"/>
    <dgm:cxn modelId="{8A6F7B8A-6C94-41BB-BADE-E8412FED5D1C}" type="presParOf" srcId="{A6BCDA7B-D633-438F-B44D-CB4D60E5C492}" destId="{36D18DE9-244D-4DAD-B94F-195F50E8F791}" srcOrd="6" destOrd="0" presId="urn:microsoft.com/office/officeart/2011/layout/InterconnectedBlockProcess"/>
    <dgm:cxn modelId="{B67A0401-0F8E-4A2E-919A-11CF9B7EEB98}" type="presParOf" srcId="{36D18DE9-244D-4DAD-B94F-195F50E8F791}" destId="{97542972-40DD-4881-8464-63438866FE42}" srcOrd="0" destOrd="0" presId="urn:microsoft.com/office/officeart/2011/layout/InterconnectedBlockProcess"/>
    <dgm:cxn modelId="{5E268430-B667-4A0A-81B2-E6C5C96C9EA6}" type="presParOf" srcId="{A6BCDA7B-D633-438F-B44D-CB4D60E5C492}" destId="{C1EF11D4-6AAA-4065-9637-6CD2FB3E02D1}" srcOrd="7" destOrd="0" presId="urn:microsoft.com/office/officeart/2011/layout/InterconnectedBlockProcess"/>
    <dgm:cxn modelId="{AB2E7EAC-06AD-4A53-87D2-950FA97BCC26}" type="presParOf" srcId="{A6BCDA7B-D633-438F-B44D-CB4D60E5C492}" destId="{1FA1B96C-7468-4586-8735-DA700E391EC4}" srcOrd="8" destOrd="0" presId="urn:microsoft.com/office/officeart/2011/layout/InterconnectedBlockProcess"/>
    <dgm:cxn modelId="{A9607E40-695B-4020-8E64-47EC550F3DA5}" type="presParOf" srcId="{A6BCDA7B-D633-438F-B44D-CB4D60E5C492}" destId="{16C0B950-5FC5-4752-964C-171D78147A63}" srcOrd="9" destOrd="0" presId="urn:microsoft.com/office/officeart/2011/layout/InterconnectedBlockProcess"/>
    <dgm:cxn modelId="{40545B1D-036A-4CD4-8868-640C962AFCC6}" type="presParOf" srcId="{16C0B950-5FC5-4752-964C-171D78147A63}" destId="{C062AC8E-B9B2-459D-B1A5-06588B0B06A7}" srcOrd="0" destOrd="0" presId="urn:microsoft.com/office/officeart/2011/layout/InterconnectedBlockProcess"/>
    <dgm:cxn modelId="{649503A7-DAA1-48F9-BF01-F40AB541AC7F}" type="presParOf" srcId="{A6BCDA7B-D633-438F-B44D-CB4D60E5C492}" destId="{CF9B84F4-680A-4E4B-97C1-03967F11957F}" srcOrd="10" destOrd="0" presId="urn:microsoft.com/office/officeart/2011/layout/InterconnectedBlockProcess"/>
    <dgm:cxn modelId="{2D4FB8F0-6EA6-46C6-9191-E3E4E0C53B63}" type="presParOf" srcId="{A6BCDA7B-D633-438F-B44D-CB4D60E5C492}" destId="{03A7B17E-EFDC-4182-A81D-4BE91F148522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26453-509E-4FB9-A466-2C3618D8BA45}">
      <dsp:nvSpPr>
        <dsp:cNvPr id="0" name=""/>
        <dsp:cNvSpPr/>
      </dsp:nvSpPr>
      <dsp:spPr>
        <a:xfrm>
          <a:off x="7038135" y="754215"/>
          <a:ext cx="1187879" cy="3016861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452463-6B9D-43C5-A0B7-78D38F4D45F9}">
      <dsp:nvSpPr>
        <dsp:cNvPr id="0" name=""/>
        <dsp:cNvSpPr/>
      </dsp:nvSpPr>
      <dsp:spPr>
        <a:xfrm>
          <a:off x="7038135" y="0"/>
          <a:ext cx="1187879" cy="7542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5</a:t>
          </a:r>
        </a:p>
      </dsp:txBody>
      <dsp:txXfrm>
        <a:off x="7038135" y="0"/>
        <a:ext cx="1187879" cy="754215"/>
      </dsp:txXfrm>
    </dsp:sp>
    <dsp:sp modelId="{6375CBE4-861B-4770-8153-C855C4C74A93}">
      <dsp:nvSpPr>
        <dsp:cNvPr id="0" name=""/>
        <dsp:cNvSpPr/>
      </dsp:nvSpPr>
      <dsp:spPr>
        <a:xfrm>
          <a:off x="5853223" y="754215"/>
          <a:ext cx="1187879" cy="282830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6F2F9E-27E4-48F0-B521-E02C6F557608}">
      <dsp:nvSpPr>
        <dsp:cNvPr id="0" name=""/>
        <dsp:cNvSpPr/>
      </dsp:nvSpPr>
      <dsp:spPr>
        <a:xfrm>
          <a:off x="5853223" y="94276"/>
          <a:ext cx="1187879" cy="65993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53223" y="94276"/>
        <a:ext cx="1187879" cy="659938"/>
      </dsp:txXfrm>
    </dsp:sp>
    <dsp:sp modelId="{97542972-40DD-4881-8464-63438866FE42}">
      <dsp:nvSpPr>
        <dsp:cNvPr id="0" name=""/>
        <dsp:cNvSpPr/>
      </dsp:nvSpPr>
      <dsp:spPr>
        <a:xfrm>
          <a:off x="4665344" y="754215"/>
          <a:ext cx="1187879" cy="2639753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A1B96C-7468-4586-8735-DA700E391EC4}">
      <dsp:nvSpPr>
        <dsp:cNvPr id="0" name=""/>
        <dsp:cNvSpPr/>
      </dsp:nvSpPr>
      <dsp:spPr>
        <a:xfrm>
          <a:off x="4665344" y="191570"/>
          <a:ext cx="1187879" cy="56566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 </a:t>
          </a:r>
        </a:p>
      </dsp:txBody>
      <dsp:txXfrm>
        <a:off x="4665344" y="191570"/>
        <a:ext cx="1187879" cy="565661"/>
      </dsp:txXfrm>
    </dsp:sp>
    <dsp:sp modelId="{C062AC8E-B9B2-459D-B1A5-06588B0B06A7}">
      <dsp:nvSpPr>
        <dsp:cNvPr id="0" name=""/>
        <dsp:cNvSpPr/>
      </dsp:nvSpPr>
      <dsp:spPr>
        <a:xfrm>
          <a:off x="3477464" y="754215"/>
          <a:ext cx="1187879" cy="2451200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A7B17E-EFDC-4182-A81D-4BE91F148522}">
      <dsp:nvSpPr>
        <dsp:cNvPr id="0" name=""/>
        <dsp:cNvSpPr/>
      </dsp:nvSpPr>
      <dsp:spPr>
        <a:xfrm>
          <a:off x="3477464" y="282830"/>
          <a:ext cx="1187879" cy="47138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 </a:t>
          </a:r>
          <a:r>
            <a:rPr lang="en-IN" sz="1900" kern="1200" dirty="0"/>
            <a:t> </a:t>
          </a:r>
        </a:p>
      </dsp:txBody>
      <dsp:txXfrm>
        <a:off x="3477464" y="282830"/>
        <a:ext cx="1187879" cy="471384"/>
      </dsp:txXfrm>
    </dsp:sp>
    <dsp:sp modelId="{A134CDD1-D85F-44EF-8BEE-9F99A855C1E6}">
      <dsp:nvSpPr>
        <dsp:cNvPr id="0" name=""/>
        <dsp:cNvSpPr/>
      </dsp:nvSpPr>
      <dsp:spPr>
        <a:xfrm>
          <a:off x="2289585" y="754215"/>
          <a:ext cx="1187879" cy="2262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925" tIns="34925" rIns="34925" bIns="34925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  domain basics for security &amp; automation: Understand boom barriers, turnstiles, flap barriers, CCTV metadata, access patterns (domain knowledge, physical security systems, access control devices)</a:t>
          </a:r>
        </a:p>
      </dsp:txBody>
      <dsp:txXfrm>
        <a:off x="2440370" y="754215"/>
        <a:ext cx="1037094" cy="2262646"/>
      </dsp:txXfrm>
    </dsp:sp>
    <dsp:sp modelId="{65257024-FAC0-4522-B139-1CC85B547BE8}">
      <dsp:nvSpPr>
        <dsp:cNvPr id="0" name=""/>
        <dsp:cNvSpPr/>
      </dsp:nvSpPr>
      <dsp:spPr>
        <a:xfrm>
          <a:off x="2289585" y="377107"/>
          <a:ext cx="1187879" cy="377107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325" tIns="60325" rIns="60325" bIns="6032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289585" y="377107"/>
        <a:ext cx="1187879" cy="3771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25/01/2026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25-01-2026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25-01-2026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25-01-2026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25-01-2026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25-01-2026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25-01-2026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hagyavardhanIntern08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               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                    </a:t>
            </a:r>
            <a:r>
              <a:rPr lang="en-GB" sz="1700" b="1" i="0" u="none" strike="noStrike" cap="none" dirty="0" err="1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Mr</a:t>
            </a:r>
            <a:r>
              <a:rPr lang="en-GB" sz="1700" b="1" dirty="0" err="1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.Bikram</a:t>
            </a:r>
            <a:r>
              <a:rPr lang="en-GB" sz="17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Sarkar &amp; </a:t>
            </a:r>
            <a:r>
              <a:rPr lang="en-GB" sz="1700" b="1" dirty="0" err="1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Ms.Chinmayi</a:t>
            </a:r>
            <a:r>
              <a:rPr lang="en-GB" sz="1700" b="1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G V </a:t>
            </a:r>
            <a:endParaRPr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Verdana"/>
              </a:rPr>
              <a:t>                         Assistant Professor</a:t>
            </a:r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School of Computer Science and Engineering </a:t>
            </a:r>
          </a:p>
          <a:p>
            <a:pPr lvl="0" algn="ctr">
              <a:spcBef>
                <a:spcPts val="400"/>
              </a:spcBef>
              <a:buClr>
                <a:srgbClr val="17365D"/>
              </a:buClr>
              <a:buSzPts val="2000"/>
            </a:pPr>
            <a:r>
              <a:rPr lang="en-US" sz="1700" b="1" dirty="0">
                <a:solidFill>
                  <a:srgbClr val="00206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Presidency University</a:t>
            </a:r>
            <a:endParaRPr sz="1700" b="1" i="0" u="none" strike="noStrike" cap="none" dirty="0">
              <a:solidFill>
                <a:srgbClr val="00206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Internship-CSE7302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Balakrishnan</a:t>
            </a:r>
            <a:endParaRPr lang="en-US" sz="2000" b="1" i="0" u="none" strike="noStrike" cap="none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47488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BHAGYAVARDHAN</a:t>
                      </a:r>
                      <a:endParaRPr lang="en-US" b="1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20231CSE3038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lnSpcReduction="10000"/>
          </a:bodyPr>
          <a:lstStyle/>
          <a:p>
            <a:endParaRPr lang="en-IN" dirty="0"/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Ankit Automations is a trusted name in the field of security and automation solutions.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focus on innovation, quality, and customer satisfaction, we provide a wide range of products designed to make spaces smarter, safer, and more efficient.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the growing number of clients who trust us to automate their world.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B04AA-082F-6B54-A486-3E0874FD8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</a:t>
            </a:r>
            <a:r>
              <a:rPr lang="en-IN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Offerings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84F93-848E-EA49-33E2-690A02735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302"/>
            <a:ext cx="10515600" cy="4926661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offerings include boom barriers, sliding gates, automatic doors, garage door, gate motors, flap barriers, swing barriers, turnstiles, CCTV cameras, walkie-talkies, metal detectors, and handheld detectors &amp; etc.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Whether it’s residential, commercial, or industrial, our automation solutions are tailored to meet the unique needs of each client.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16F5FE-FA10-D3D1-6B1D-1DADCAFD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82599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D497-36A8-4CC6-6745-19F705A2D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7801"/>
            <a:ext cx="10515600" cy="1325563"/>
          </a:xfrm>
        </p:spPr>
        <p:txBody>
          <a:bodyPr/>
          <a:lstStyle/>
          <a:p>
            <a:r>
              <a:rPr lang="en-IN" sz="3200" b="1" dirty="0">
                <a:solidFill>
                  <a:schemeClr val="accent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Commitment &amp; Support</a:t>
            </a:r>
            <a:br>
              <a:rPr lang="en-IN" dirty="0">
                <a:solidFill>
                  <a:schemeClr val="accent5"/>
                </a:solidFill>
              </a:rPr>
            </a:br>
            <a:endParaRPr lang="en-IN" dirty="0">
              <a:solidFill>
                <a:schemeClr val="accent5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1798D-46B9-C165-9BE2-AE2C3C0A5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8294"/>
            <a:ext cx="10515600" cy="4898669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Backed by years of experience and a dedicated team, we ensure professional installation, reliable support, and prompt after-sales service.</a:t>
            </a:r>
          </a:p>
          <a:p>
            <a:pPr marL="0" lvl="0" indent="0">
              <a:buNone/>
            </a:pPr>
            <a:endParaRPr lang="en-IN" dirty="0"/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Ankit Automations, we don’t just sell products—we deliver peace of mind and convenience.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FD461-3C34-336B-F028-C131BCB01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7D0325-FBFE-FCC9-F9D1-0019F404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462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45934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Ankit Automations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you’ll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process data from security systems like CCTV cameras and access control devices to identify patterns in usage and potential vulnerabilities.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Sales data for products such as boom barriers and sliding gates to forecast demand and optimize inventory management for residential, commercial, and industrial clients.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domain emphasizes predictive analytics on sales and inventory data for products like sliding gates and garage doors, helping forecast demand and improve customer satisfaction.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CA5DC-6576-1B20-5156-0D234498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3740"/>
          </a:xfrm>
        </p:spPr>
        <p:txBody>
          <a:bodyPr>
            <a:normAutofit fontScale="90000"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Analyst Responsibilities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2C2CD-E0FD-D6F9-FDE0-8679AB641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4568"/>
            <a:ext cx="10515600" cy="527239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Evaluating data from metal detectors and walkie-talkies to assess efficiency in security operations and recommend upgrades for better safety.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Collaborate with the dedicated team to interpret client-specific data, ensuring tailored automation solutions meet unique needs in smarter and safer spaces.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to monitoring system logs from gate motors and turnstiles to detect anomalies, contributing to reliable support and peace of mind for clients.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reports on overall company performance, using insights to drive quality improvements and expand the growing number of trusting clients in automation.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A557F-6BFC-80BA-87E4-0C4191294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59A95-B879-363C-4F9E-6FA22F122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546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9EB07BB-4883-7ED3-3209-6FAFF85B6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290" y="1272857"/>
            <a:ext cx="2723628" cy="4057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D4B25-495B-1FC8-7E62-6AC8A26C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for Data Analyst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CC5E4-C9FD-F020-3F9F-4407EA6659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0039"/>
            <a:ext cx="10515600" cy="500692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&amp; Inventory Optimization Project —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sales data, client inquiries, and product performance (e.g., boom barriers and walkie-talkies) across residential/commercial sectors to forecast demand, manage stock levels, and support business growth.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After-Sales Service Enhancement Project — Evaluating service tickets, installation feedback, and system uptime data to identify improvement areas, ensure prompt support, and contribute to overall customer satisfaction and peace of mind.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B3F6A-57C2-8D9B-7158-BD5DB3D28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001D68-94F8-294B-0F57-5852C0011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720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Adjusting to cross-functional team dynamics.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Adapting to ambiguous, unstructured real-world data.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Communicating insights to non-technical teams.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time-zone or hybrid work confusion.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data-driven decision-making for clients by generating insights from installed systems, helping tailor solutions that meet unique residential, commercial, or industrial needs.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after-sales service efficiency through trend analysis of service tickets, installation feedback, and system uptime data to ensure prompt support and higher customer satisfaction.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 client peace of mind by delivering reliable, evidence-based insights that demonstrate the value of installed systems and build long-term trust.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56E9-1E19-D41C-CA0D-F08BB6F04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Continue….</a:t>
            </a: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50C44-8003-D372-F795-5B41A12BC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raw device data into strategic assets overall, turning logs from IoT-connected products into meaningful intelligence that aligns with the company's mission of innovation, quality, and customer-focused automation.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business expansion by analyzing market and usage data to identify high-demand sectors (e.g., industrial vs. commercial) and inform strategic decisions.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4A6C3-18E4-54DB-8901-38C61A10E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4452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271" y="365125"/>
            <a:ext cx="10783529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9273293"/>
              </p:ext>
            </p:extLst>
          </p:nvPr>
        </p:nvGraphicFramePr>
        <p:xfrm>
          <a:off x="838200" y="1497609"/>
          <a:ext cx="10515600" cy="37710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60538" y="901298"/>
            <a:ext cx="8535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  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https://github.com/bhagyavardhanIntern08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7251</TotalTime>
  <Words>849</Words>
  <Application>Microsoft Office PowerPoint</Application>
  <PresentationFormat>Widescreen</PresentationFormat>
  <Paragraphs>119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 Product Offerings </vt:lpstr>
      <vt:lpstr>Commitment &amp; Support </vt:lpstr>
      <vt:lpstr>Working domain or the technology</vt:lpstr>
      <vt:lpstr> Data Analyst Responsibilities </vt:lpstr>
      <vt:lpstr>About your team and reporting Manager</vt:lpstr>
      <vt:lpstr>Project for Data Analyst </vt:lpstr>
      <vt:lpstr>Challenges Faced in Internship</vt:lpstr>
      <vt:lpstr>Objectives of the work</vt:lpstr>
      <vt:lpstr>Continue….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Bhagyavardhan SB</cp:lastModifiedBy>
  <cp:revision>750</cp:revision>
  <dcterms:created xsi:type="dcterms:W3CDTF">2022-10-14T07:18:17Z</dcterms:created>
  <dcterms:modified xsi:type="dcterms:W3CDTF">2026-01-25T07:29:16Z</dcterms:modified>
</cp:coreProperties>
</file>