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9" r:id="rId2"/>
    <p:sldId id="260" r:id="rId3"/>
    <p:sldId id="261" r:id="rId4"/>
    <p:sldId id="270" r:id="rId5"/>
    <p:sldId id="271" r:id="rId6"/>
    <p:sldId id="262" r:id="rId7"/>
    <p:sldId id="272" r:id="rId8"/>
    <p:sldId id="263" r:id="rId9"/>
    <p:sldId id="273" r:id="rId10"/>
    <p:sldId id="264" r:id="rId11"/>
    <p:sldId id="265" r:id="rId12"/>
    <p:sldId id="274" r:id="rId13"/>
    <p:sldId id="275" r:id="rId14"/>
    <p:sldId id="277" r:id="rId15"/>
    <p:sldId id="278" r:id="rId16"/>
    <p:sldId id="279" r:id="rId17"/>
    <p:sldId id="280" r:id="rId18"/>
    <p:sldId id="281" r:id="rId19"/>
    <p:sldId id="266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8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gyavardhan SB" userId="1e7ceafa8b8bc6c1" providerId="LiveId" clId="{A5ABD909-FB5A-497E-82A3-3FEA2A14E4FF}"/>
    <pc:docChg chg="undo custSel addSld delSld modSld">
      <pc:chgData name="Bhagyavardhan SB" userId="1e7ceafa8b8bc6c1" providerId="LiveId" clId="{A5ABD909-FB5A-497E-82A3-3FEA2A14E4FF}" dt="2026-04-13T14:50:19.618" v="1684" actId="20577"/>
      <pc:docMkLst>
        <pc:docMk/>
      </pc:docMkLst>
      <pc:sldChg chg="modSp new mod">
        <pc:chgData name="Bhagyavardhan SB" userId="1e7ceafa8b8bc6c1" providerId="LiveId" clId="{A5ABD909-FB5A-497E-82A3-3FEA2A14E4FF}" dt="2026-04-13T14:49:50.925" v="1679" actId="20577"/>
        <pc:sldMkLst>
          <pc:docMk/>
          <pc:sldMk cId="622869272" sldId="275"/>
        </pc:sldMkLst>
        <pc:spChg chg="mod">
          <ac:chgData name="Bhagyavardhan SB" userId="1e7ceafa8b8bc6c1" providerId="LiveId" clId="{A5ABD909-FB5A-497E-82A3-3FEA2A14E4FF}" dt="2026-04-13T14:49:50.925" v="1679" actId="20577"/>
          <ac:spMkLst>
            <pc:docMk/>
            <pc:sldMk cId="622869272" sldId="275"/>
            <ac:spMk id="4" creationId="{0B235B3A-E89F-6929-86CE-1B61B59E03ED}"/>
          </ac:spMkLst>
        </pc:spChg>
      </pc:sldChg>
      <pc:sldChg chg="modSp new mod">
        <pc:chgData name="Bhagyavardhan SB" userId="1e7ceafa8b8bc6c1" providerId="LiveId" clId="{A5ABD909-FB5A-497E-82A3-3FEA2A14E4FF}" dt="2026-04-13T14:49:57.028" v="1680" actId="20577"/>
        <pc:sldMkLst>
          <pc:docMk/>
          <pc:sldMk cId="2883240054" sldId="277"/>
        </pc:sldMkLst>
        <pc:spChg chg="mod">
          <ac:chgData name="Bhagyavardhan SB" userId="1e7ceafa8b8bc6c1" providerId="LiveId" clId="{A5ABD909-FB5A-497E-82A3-3FEA2A14E4FF}" dt="2026-04-13T14:49:57.028" v="1680" actId="20577"/>
          <ac:spMkLst>
            <pc:docMk/>
            <pc:sldMk cId="2883240054" sldId="277"/>
            <ac:spMk id="4" creationId="{19A07D27-13D5-A8E4-7181-C100B9AEF130}"/>
          </ac:spMkLst>
        </pc:spChg>
      </pc:sldChg>
      <pc:sldChg chg="modSp mod">
        <pc:chgData name="Bhagyavardhan SB" userId="1e7ceafa8b8bc6c1" providerId="LiveId" clId="{A5ABD909-FB5A-497E-82A3-3FEA2A14E4FF}" dt="2026-04-13T14:50:02.138" v="1681" actId="20577"/>
        <pc:sldMkLst>
          <pc:docMk/>
          <pc:sldMk cId="2143752836" sldId="278"/>
        </pc:sldMkLst>
        <pc:spChg chg="mod">
          <ac:chgData name="Bhagyavardhan SB" userId="1e7ceafa8b8bc6c1" providerId="LiveId" clId="{A5ABD909-FB5A-497E-82A3-3FEA2A14E4FF}" dt="2026-04-13T14:50:02.138" v="1681" actId="20577"/>
          <ac:spMkLst>
            <pc:docMk/>
            <pc:sldMk cId="2143752836" sldId="278"/>
            <ac:spMk id="4" creationId="{97328F38-4F14-72C6-3CC8-F923037663F3}"/>
          </ac:spMkLst>
        </pc:spChg>
      </pc:sldChg>
      <pc:sldChg chg="modSp mod">
        <pc:chgData name="Bhagyavardhan SB" userId="1e7ceafa8b8bc6c1" providerId="LiveId" clId="{A5ABD909-FB5A-497E-82A3-3FEA2A14E4FF}" dt="2026-04-13T14:50:06.898" v="1682" actId="20577"/>
        <pc:sldMkLst>
          <pc:docMk/>
          <pc:sldMk cId="541748380" sldId="279"/>
        </pc:sldMkLst>
        <pc:spChg chg="mod">
          <ac:chgData name="Bhagyavardhan SB" userId="1e7ceafa8b8bc6c1" providerId="LiveId" clId="{A5ABD909-FB5A-497E-82A3-3FEA2A14E4FF}" dt="2026-04-13T14:50:06.898" v="1682" actId="20577"/>
          <ac:spMkLst>
            <pc:docMk/>
            <pc:sldMk cId="541748380" sldId="279"/>
            <ac:spMk id="4" creationId="{C187351E-639A-78FD-810E-42D001A44A1B}"/>
          </ac:spMkLst>
        </pc:spChg>
      </pc:sldChg>
      <pc:sldChg chg="modSp mod">
        <pc:chgData name="Bhagyavardhan SB" userId="1e7ceafa8b8bc6c1" providerId="LiveId" clId="{A5ABD909-FB5A-497E-82A3-3FEA2A14E4FF}" dt="2026-04-13T14:50:11.128" v="1683" actId="20577"/>
        <pc:sldMkLst>
          <pc:docMk/>
          <pc:sldMk cId="657608237" sldId="280"/>
        </pc:sldMkLst>
        <pc:spChg chg="mod">
          <ac:chgData name="Bhagyavardhan SB" userId="1e7ceafa8b8bc6c1" providerId="LiveId" clId="{A5ABD909-FB5A-497E-82A3-3FEA2A14E4FF}" dt="2026-04-13T14:50:11.128" v="1683" actId="20577"/>
          <ac:spMkLst>
            <pc:docMk/>
            <pc:sldMk cId="657608237" sldId="280"/>
            <ac:spMk id="4" creationId="{E0E59CFE-8A1C-1C28-10A8-96DD2E1712FE}"/>
          </ac:spMkLst>
        </pc:spChg>
      </pc:sldChg>
      <pc:sldChg chg="modSp mod">
        <pc:chgData name="Bhagyavardhan SB" userId="1e7ceafa8b8bc6c1" providerId="LiveId" clId="{A5ABD909-FB5A-497E-82A3-3FEA2A14E4FF}" dt="2026-04-13T14:50:19.618" v="1684" actId="20577"/>
        <pc:sldMkLst>
          <pc:docMk/>
          <pc:sldMk cId="1021317964" sldId="281"/>
        </pc:sldMkLst>
        <pc:spChg chg="mod">
          <ac:chgData name="Bhagyavardhan SB" userId="1e7ceafa8b8bc6c1" providerId="LiveId" clId="{A5ABD909-FB5A-497E-82A3-3FEA2A14E4FF}" dt="2026-04-13T14:50:19.618" v="1684" actId="20577"/>
          <ac:spMkLst>
            <pc:docMk/>
            <pc:sldMk cId="1021317964" sldId="281"/>
            <ac:spMk id="4" creationId="{F3D6FA57-0AB6-563D-38D4-AD2C05F53FB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>
            <a:buNone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 domain basics for security &amp; automation: Understand boom barriers, turnstiles, flap barriers, CCTV metadata, access patterns (domain knowledge, physical security systems, access control devices)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F980D832-7F28-4EC1-B7AA-A2B1B3F1D1B5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2 </a:t>
          </a:r>
          <a:r>
            <a:rPr lang="en-IN" dirty="0"/>
            <a:t> </a:t>
          </a:r>
        </a:p>
      </dgm:t>
    </dgm:pt>
    <dgm:pt modelId="{FBB1C2A4-1CEB-4117-A51A-172DC4C59BF1}" type="parTrans" cxnId="{565A2B3F-FE4A-403B-B206-29AA5298A01D}">
      <dgm:prSet/>
      <dgm:spPr/>
      <dgm:t>
        <a:bodyPr/>
        <a:lstStyle/>
        <a:p>
          <a:endParaRPr lang="en-IN"/>
        </a:p>
      </dgm:t>
    </dgm:pt>
    <dgm:pt modelId="{B93041E1-DB9C-4A34-B584-1E41BD191D05}" type="sibTrans" cxnId="{565A2B3F-FE4A-403B-B206-29AA5298A01D}">
      <dgm:prSet/>
      <dgm:spPr/>
      <dgm:t>
        <a:bodyPr/>
        <a:lstStyle/>
        <a:p>
          <a:endParaRPr lang="en-IN"/>
        </a:p>
      </dgm:t>
    </dgm:pt>
    <dgm:pt modelId="{A0314A97-CA9B-45DE-886A-F03D63FA6D3F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3 </a:t>
          </a:r>
        </a:p>
      </dgm:t>
    </dgm:pt>
    <dgm:pt modelId="{45638EB0-FEA7-4445-939C-D9650CAA2374}" type="parTrans" cxnId="{3DBC2F3D-68C1-4679-92CB-752263EEE1F0}">
      <dgm:prSet/>
      <dgm:spPr/>
      <dgm:t>
        <a:bodyPr/>
        <a:lstStyle/>
        <a:p>
          <a:endParaRPr lang="en-IN"/>
        </a:p>
      </dgm:t>
    </dgm:pt>
    <dgm:pt modelId="{DBAC7DCE-0019-4F91-9BA3-563A207B2851}" type="sibTrans" cxnId="{3DBC2F3D-68C1-4679-92CB-752263EEE1F0}">
      <dgm:prSet/>
      <dgm:spPr/>
      <dgm:t>
        <a:bodyPr/>
        <a:lstStyle/>
        <a:p>
          <a:endParaRPr lang="en-IN"/>
        </a:p>
      </dgm:t>
    </dgm:pt>
    <dgm:pt modelId="{B9BAAF75-CBB2-426C-AEEF-33B7062D4111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54B5A8DA-50C3-4211-87E3-9B707374C5D9}" type="parTrans" cxnId="{75B433C3-4437-4CD9-8650-747186D2ACED}">
      <dgm:prSet/>
      <dgm:spPr/>
      <dgm:t>
        <a:bodyPr/>
        <a:lstStyle/>
        <a:p>
          <a:endParaRPr lang="en-IN"/>
        </a:p>
      </dgm:t>
    </dgm:pt>
    <dgm:pt modelId="{C7A952F6-556E-4F38-9838-F3D3D878F46B}" type="sibTrans" cxnId="{75B433C3-4437-4CD9-8650-747186D2ACED}">
      <dgm:prSet/>
      <dgm:spPr/>
      <dgm:t>
        <a:bodyPr/>
        <a:lstStyle/>
        <a:p>
          <a:endParaRPr lang="en-IN"/>
        </a:p>
      </dgm:t>
    </dgm:pt>
    <dgm:pt modelId="{E8E1E59C-12A3-42CE-9187-EEDCFF4EC53A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5</a:t>
          </a:r>
        </a:p>
      </dgm:t>
    </dgm:pt>
    <dgm:pt modelId="{9601F147-47ED-4DC6-9994-EF0AFA94058D}" type="parTrans" cxnId="{D58D8C82-0EAB-4D9C-99A1-3B6E6B28D865}">
      <dgm:prSet/>
      <dgm:spPr/>
      <dgm:t>
        <a:bodyPr/>
        <a:lstStyle/>
        <a:p>
          <a:endParaRPr lang="en-IN"/>
        </a:p>
      </dgm:t>
    </dgm:pt>
    <dgm:pt modelId="{BDCC409F-B044-48FA-86C3-7279A6950F77}" type="sibTrans" cxnId="{D58D8C82-0EAB-4D9C-99A1-3B6E6B28D865}">
      <dgm:prSet/>
      <dgm:spPr/>
      <dgm:t>
        <a:bodyPr/>
        <a:lstStyle/>
        <a:p>
          <a:endParaRPr lang="en-IN"/>
        </a:p>
      </dgm:t>
    </dgm:pt>
    <dgm:pt modelId="{14B66D8E-1D70-4C1E-962F-811038DEBFFA}">
      <dgm:prSet custT="1"/>
      <dgm:spPr/>
      <dgm:t>
        <a:bodyPr/>
        <a:lstStyle/>
        <a:p>
          <a:pPr algn="ctr">
            <a:buNone/>
          </a:pPr>
          <a:r>
            <a:rPr lang="en-US" sz="1200" b="0" dirty="0">
              <a:latin typeface="Times New Roman" panose="02020603050405020304" pitchFamily="18" charset="0"/>
              <a:cs typeface="Times New Roman" panose="02020603050405020304" pitchFamily="18" charset="0"/>
            </a:rPr>
            <a:t>Building an  foundational knowledge in time-series &amp; IoT data concepts: sensor logs, anomaly detection, predictive maintenance basics (time-series analysis, IoT sensor data d</a:t>
          </a:r>
          <a:r>
            <a:rPr lang="en-IN" sz="1200" dirty="0" err="1"/>
            <a:t>etection</a:t>
          </a:r>
          <a:r>
            <a:rPr lang="en-IN" sz="1200" dirty="0"/>
            <a:t>.</a:t>
          </a:r>
        </a:p>
      </dgm:t>
    </dgm:pt>
    <dgm:pt modelId="{767D4FB5-3A4F-4513-BF72-45664FE72952}" type="parTrans" cxnId="{CB978F67-C2E1-4112-98A0-2F864B3AD586}">
      <dgm:prSet/>
      <dgm:spPr/>
      <dgm:t>
        <a:bodyPr/>
        <a:lstStyle/>
        <a:p>
          <a:endParaRPr lang="en-IN"/>
        </a:p>
      </dgm:t>
    </dgm:pt>
    <dgm:pt modelId="{441B4ABC-F577-4FC7-AE08-52E2392C6C8C}" type="sibTrans" cxnId="{CB978F67-C2E1-4112-98A0-2F864B3AD586}">
      <dgm:prSet/>
      <dgm:spPr/>
      <dgm:t>
        <a:bodyPr/>
        <a:lstStyle/>
        <a:p>
          <a:endParaRPr lang="en-IN"/>
        </a:p>
      </dgm:t>
    </dgm:pt>
    <dgm:pt modelId="{235B1F4D-EEC9-4B81-B2DD-46F708E2E792}">
      <dgm:prSet custT="1"/>
      <dgm:spPr/>
      <dgm:t>
        <a:bodyPr/>
        <a:lstStyle/>
        <a:p>
          <a:pPr algn="ctr"/>
          <a:endParaRPr lang="en-IN" sz="1200" b="0" dirty="0"/>
        </a:p>
      </dgm:t>
    </dgm:pt>
    <dgm:pt modelId="{0CD94272-9021-4FD0-AC76-9D4F618BA39B}" type="parTrans" cxnId="{B2B94E22-E2B1-443E-B0F5-276C7CE33825}">
      <dgm:prSet/>
      <dgm:spPr/>
      <dgm:t>
        <a:bodyPr/>
        <a:lstStyle/>
        <a:p>
          <a:endParaRPr lang="en-IN"/>
        </a:p>
      </dgm:t>
    </dgm:pt>
    <dgm:pt modelId="{2EEC9631-AAC6-43E4-9B45-B34DC2A3859D}" type="sibTrans" cxnId="{B2B94E22-E2B1-443E-B0F5-276C7CE3382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756EC01-D1C7-46C8-82FE-24212B313725}" type="pres">
      <dgm:prSet presAssocID="{E8E1E59C-12A3-42CE-9187-EEDCFF4EC53A}" presName="ChildAccent5" presStyleCnt="0"/>
      <dgm:spPr/>
    </dgm:pt>
    <dgm:pt modelId="{F8726453-509E-4FB9-A466-2C3618D8BA45}" type="pres">
      <dgm:prSet presAssocID="{E8E1E59C-12A3-42CE-9187-EEDCFF4EC53A}" presName="ChildAccent" presStyleLbl="alignImgPlace1" presStyleIdx="0" presStyleCnt="5"/>
      <dgm:spPr/>
    </dgm:pt>
    <dgm:pt modelId="{1F82EC8C-0010-4FC7-B458-67C03587E68D}" type="pres">
      <dgm:prSet presAssocID="{E8E1E59C-12A3-42CE-9187-EEDCFF4EC53A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1452463-6B9D-43C5-A0B7-78D38F4D45F9}" type="pres">
      <dgm:prSet presAssocID="{E8E1E59C-12A3-42CE-9187-EEDCFF4EC53A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5D6ACDA-8F5C-4085-8D10-CD3DFC6B1F5C}" type="pres">
      <dgm:prSet presAssocID="{B9BAAF75-CBB2-426C-AEEF-33B7062D4111}" presName="ChildAccent4" presStyleCnt="0"/>
      <dgm:spPr/>
    </dgm:pt>
    <dgm:pt modelId="{6375CBE4-861B-4770-8153-C855C4C74A93}" type="pres">
      <dgm:prSet presAssocID="{B9BAAF75-CBB2-426C-AEEF-33B7062D4111}" presName="ChildAccent" presStyleLbl="alignImgPlace1" presStyleIdx="1" presStyleCnt="5"/>
      <dgm:spPr/>
    </dgm:pt>
    <dgm:pt modelId="{9ACC9DD6-BD17-4ED5-9613-B31869B26C72}" type="pres">
      <dgm:prSet presAssocID="{B9BAAF75-CBB2-426C-AEEF-33B7062D4111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C6F2F9E-27E4-48F0-B521-E02C6F557608}" type="pres">
      <dgm:prSet presAssocID="{B9BAAF75-CBB2-426C-AEEF-33B7062D4111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36D18DE9-244D-4DAD-B94F-195F50E8F791}" type="pres">
      <dgm:prSet presAssocID="{A0314A97-CA9B-45DE-886A-F03D63FA6D3F}" presName="ChildAccent3" presStyleCnt="0"/>
      <dgm:spPr/>
    </dgm:pt>
    <dgm:pt modelId="{97542972-40DD-4881-8464-63438866FE42}" type="pres">
      <dgm:prSet presAssocID="{A0314A97-CA9B-45DE-886A-F03D63FA6D3F}" presName="ChildAccent" presStyleLbl="alignImgPlace1" presStyleIdx="2" presStyleCnt="5"/>
      <dgm:spPr/>
    </dgm:pt>
    <dgm:pt modelId="{C1EF11D4-6AAA-4065-9637-6CD2FB3E02D1}" type="pres">
      <dgm:prSet presAssocID="{A0314A97-CA9B-45DE-886A-F03D63FA6D3F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FA1B96C-7468-4586-8735-DA700E391EC4}" type="pres">
      <dgm:prSet presAssocID="{A0314A97-CA9B-45DE-886A-F03D63FA6D3F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16C0B950-5FC5-4752-964C-171D78147A63}" type="pres">
      <dgm:prSet presAssocID="{F980D832-7F28-4EC1-B7AA-A2B1B3F1D1B5}" presName="ChildAccent2" presStyleCnt="0"/>
      <dgm:spPr/>
    </dgm:pt>
    <dgm:pt modelId="{C062AC8E-B9B2-459D-B1A5-06588B0B06A7}" type="pres">
      <dgm:prSet presAssocID="{F980D832-7F28-4EC1-B7AA-A2B1B3F1D1B5}" presName="ChildAccent" presStyleLbl="alignImgPlace1" presStyleIdx="3" presStyleCnt="5"/>
      <dgm:spPr/>
    </dgm:pt>
    <dgm:pt modelId="{CF9B84F4-680A-4E4B-97C1-03967F11957F}" type="pres">
      <dgm:prSet presAssocID="{F980D832-7F28-4EC1-B7AA-A2B1B3F1D1B5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3A7B17E-EFDC-4182-A81D-4BE91F148522}" type="pres">
      <dgm:prSet presAssocID="{F980D832-7F28-4EC1-B7AA-A2B1B3F1D1B5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23D9D513-1DA9-48F1-A607-835E38D33DBA}" type="presOf" srcId="{E8E1E59C-12A3-42CE-9187-EEDCFF4EC53A}" destId="{D1452463-6B9D-43C5-A0B7-78D38F4D45F9}" srcOrd="0" destOrd="0" presId="urn:microsoft.com/office/officeart/2011/layout/InterconnectedBlockProcess"/>
    <dgm:cxn modelId="{CA48D914-FB38-4231-92E0-5AD47983E2FF}" type="presOf" srcId="{F980D832-7F28-4EC1-B7AA-A2B1B3F1D1B5}" destId="{03A7B17E-EFDC-4182-A81D-4BE91F148522}" srcOrd="0" destOrd="0" presId="urn:microsoft.com/office/officeart/2011/layout/InterconnectedBlockProcess"/>
    <dgm:cxn modelId="{B2B94E22-E2B1-443E-B0F5-276C7CE33825}" srcId="{F980D832-7F28-4EC1-B7AA-A2B1B3F1D1B5}" destId="{235B1F4D-EEC9-4B81-B2DD-46F708E2E792}" srcOrd="1" destOrd="0" parTransId="{0CD94272-9021-4FD0-AC76-9D4F618BA39B}" sibTransId="{2EEC9631-AAC6-43E4-9B45-B34DC2A3859D}"/>
    <dgm:cxn modelId="{AC666637-4CE0-43F2-8B7B-C36B7AE2B85C}" type="presOf" srcId="{14B66D8E-1D70-4C1E-962F-811038DEBFFA}" destId="{C062AC8E-B9B2-459D-B1A5-06588B0B06A7}" srcOrd="0" destOrd="0" presId="urn:microsoft.com/office/officeart/2011/layout/InterconnectedBlockProcess"/>
    <dgm:cxn modelId="{3DBC2F3D-68C1-4679-92CB-752263EEE1F0}" srcId="{5751524B-FB67-4894-A0C5-35151E149D68}" destId="{A0314A97-CA9B-45DE-886A-F03D63FA6D3F}" srcOrd="2" destOrd="0" parTransId="{45638EB0-FEA7-4445-939C-D9650CAA2374}" sibTransId="{DBAC7DCE-0019-4F91-9BA3-563A207B2851}"/>
    <dgm:cxn modelId="{565A2B3F-FE4A-403B-B206-29AA5298A01D}" srcId="{5751524B-FB67-4894-A0C5-35151E149D68}" destId="{F980D832-7F28-4EC1-B7AA-A2B1B3F1D1B5}" srcOrd="1" destOrd="0" parTransId="{FBB1C2A4-1CEB-4117-A51A-172DC4C59BF1}" sibTransId="{B93041E1-DB9C-4A34-B584-1E41BD191D05}"/>
    <dgm:cxn modelId="{CB978F67-C2E1-4112-98A0-2F864B3AD586}" srcId="{F980D832-7F28-4EC1-B7AA-A2B1B3F1D1B5}" destId="{14B66D8E-1D70-4C1E-962F-811038DEBFFA}" srcOrd="0" destOrd="0" parTransId="{767D4FB5-3A4F-4513-BF72-45664FE72952}" sibTransId="{441B4ABC-F577-4FC7-AE08-52E2392C6C8C}"/>
    <dgm:cxn modelId="{F5EC4468-5ECB-4D9E-B000-EF425A94CD2F}" type="presOf" srcId="{235B1F4D-EEC9-4B81-B2DD-46F708E2E792}" destId="{C062AC8E-B9B2-459D-B1A5-06588B0B06A7}" srcOrd="0" destOrd="1" presId="urn:microsoft.com/office/officeart/2011/layout/InterconnectedBlockProcess"/>
    <dgm:cxn modelId="{E077686D-6164-4935-B767-AF0BC089AAF2}" type="presOf" srcId="{14B66D8E-1D70-4C1E-962F-811038DEBFFA}" destId="{CF9B84F4-680A-4E4B-97C1-03967F11957F}" srcOrd="1" destOrd="0" presId="urn:microsoft.com/office/officeart/2011/layout/InterconnectedBlockProcess"/>
    <dgm:cxn modelId="{D58D8C82-0EAB-4D9C-99A1-3B6E6B28D865}" srcId="{5751524B-FB67-4894-A0C5-35151E149D68}" destId="{E8E1E59C-12A3-42CE-9187-EEDCFF4EC53A}" srcOrd="4" destOrd="0" parTransId="{9601F147-47ED-4DC6-9994-EF0AFA94058D}" sibTransId="{BDCC409F-B044-48FA-86C3-7279A6950F77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3E5F3FB2-EEFA-47F3-A111-3CA23ABB7AE7}" type="presOf" srcId="{235B1F4D-EEC9-4B81-B2DD-46F708E2E792}" destId="{CF9B84F4-680A-4E4B-97C1-03967F11957F}" srcOrd="1" destOrd="1" presId="urn:microsoft.com/office/officeart/2011/layout/InterconnectedBlockProcess"/>
    <dgm:cxn modelId="{7F4005B8-2741-4017-B50F-8ED7B52F936F}" type="presOf" srcId="{B9BAAF75-CBB2-426C-AEEF-33B7062D4111}" destId="{0C6F2F9E-27E4-48F0-B521-E02C6F557608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75B433C3-4437-4CD9-8650-747186D2ACED}" srcId="{5751524B-FB67-4894-A0C5-35151E149D68}" destId="{B9BAAF75-CBB2-426C-AEEF-33B7062D4111}" srcOrd="3" destOrd="0" parTransId="{54B5A8DA-50C3-4211-87E3-9B707374C5D9}" sibTransId="{C7A952F6-556E-4F38-9838-F3D3D878F46B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6EA6EAF3-8B60-49CB-903B-992DD9A0DAB5}" type="presOf" srcId="{A0314A97-CA9B-45DE-886A-F03D63FA6D3F}" destId="{1FA1B96C-7468-4586-8735-DA700E391EC4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FAD3A4A9-C694-425F-9A13-7CB276592E15}" type="presParOf" srcId="{A6BCDA7B-D633-438F-B44D-CB4D60E5C492}" destId="{0756EC01-D1C7-46C8-82FE-24212B313725}" srcOrd="0" destOrd="0" presId="urn:microsoft.com/office/officeart/2011/layout/InterconnectedBlockProcess"/>
    <dgm:cxn modelId="{2A4316C4-149E-4A6B-AC1E-F881DBA4CE16}" type="presParOf" srcId="{0756EC01-D1C7-46C8-82FE-24212B313725}" destId="{F8726453-509E-4FB9-A466-2C3618D8BA45}" srcOrd="0" destOrd="0" presId="urn:microsoft.com/office/officeart/2011/layout/InterconnectedBlockProcess"/>
    <dgm:cxn modelId="{050B9CF6-1026-402F-9535-381A4A951538}" type="presParOf" srcId="{A6BCDA7B-D633-438F-B44D-CB4D60E5C492}" destId="{1F82EC8C-0010-4FC7-B458-67C03587E68D}" srcOrd="1" destOrd="0" presId="urn:microsoft.com/office/officeart/2011/layout/InterconnectedBlockProcess"/>
    <dgm:cxn modelId="{4241B691-BC51-4BC8-92BC-DD02677D6EB1}" type="presParOf" srcId="{A6BCDA7B-D633-438F-B44D-CB4D60E5C492}" destId="{D1452463-6B9D-43C5-A0B7-78D38F4D45F9}" srcOrd="2" destOrd="0" presId="urn:microsoft.com/office/officeart/2011/layout/InterconnectedBlockProcess"/>
    <dgm:cxn modelId="{2F5A0D40-4405-445D-8A8C-C685D25E46B0}" type="presParOf" srcId="{A6BCDA7B-D633-438F-B44D-CB4D60E5C492}" destId="{E5D6ACDA-8F5C-4085-8D10-CD3DFC6B1F5C}" srcOrd="3" destOrd="0" presId="urn:microsoft.com/office/officeart/2011/layout/InterconnectedBlockProcess"/>
    <dgm:cxn modelId="{47BDAC43-1784-4CA3-90EA-9A82556E87F6}" type="presParOf" srcId="{E5D6ACDA-8F5C-4085-8D10-CD3DFC6B1F5C}" destId="{6375CBE4-861B-4770-8153-C855C4C74A93}" srcOrd="0" destOrd="0" presId="urn:microsoft.com/office/officeart/2011/layout/InterconnectedBlockProcess"/>
    <dgm:cxn modelId="{34BB3381-9FA5-4CD8-AA9B-C56E39B99C77}" type="presParOf" srcId="{A6BCDA7B-D633-438F-B44D-CB4D60E5C492}" destId="{9ACC9DD6-BD17-4ED5-9613-B31869B26C72}" srcOrd="4" destOrd="0" presId="urn:microsoft.com/office/officeart/2011/layout/InterconnectedBlockProcess"/>
    <dgm:cxn modelId="{2A515459-1125-4E72-A740-A7BE1E77D336}" type="presParOf" srcId="{A6BCDA7B-D633-438F-B44D-CB4D60E5C492}" destId="{0C6F2F9E-27E4-48F0-B521-E02C6F557608}" srcOrd="5" destOrd="0" presId="urn:microsoft.com/office/officeart/2011/layout/InterconnectedBlockProcess"/>
    <dgm:cxn modelId="{8A6F7B8A-6C94-41BB-BADE-E8412FED5D1C}" type="presParOf" srcId="{A6BCDA7B-D633-438F-B44D-CB4D60E5C492}" destId="{36D18DE9-244D-4DAD-B94F-195F50E8F791}" srcOrd="6" destOrd="0" presId="urn:microsoft.com/office/officeart/2011/layout/InterconnectedBlockProcess"/>
    <dgm:cxn modelId="{B67A0401-0F8E-4A2E-919A-11CF9B7EEB98}" type="presParOf" srcId="{36D18DE9-244D-4DAD-B94F-195F50E8F791}" destId="{97542972-40DD-4881-8464-63438866FE42}" srcOrd="0" destOrd="0" presId="urn:microsoft.com/office/officeart/2011/layout/InterconnectedBlockProcess"/>
    <dgm:cxn modelId="{5E268430-B667-4A0A-81B2-E6C5C96C9EA6}" type="presParOf" srcId="{A6BCDA7B-D633-438F-B44D-CB4D60E5C492}" destId="{C1EF11D4-6AAA-4065-9637-6CD2FB3E02D1}" srcOrd="7" destOrd="0" presId="urn:microsoft.com/office/officeart/2011/layout/InterconnectedBlockProcess"/>
    <dgm:cxn modelId="{AB2E7EAC-06AD-4A53-87D2-950FA97BCC26}" type="presParOf" srcId="{A6BCDA7B-D633-438F-B44D-CB4D60E5C492}" destId="{1FA1B96C-7468-4586-8735-DA700E391EC4}" srcOrd="8" destOrd="0" presId="urn:microsoft.com/office/officeart/2011/layout/InterconnectedBlockProcess"/>
    <dgm:cxn modelId="{A9607E40-695B-4020-8E64-47EC550F3DA5}" type="presParOf" srcId="{A6BCDA7B-D633-438F-B44D-CB4D60E5C492}" destId="{16C0B950-5FC5-4752-964C-171D78147A63}" srcOrd="9" destOrd="0" presId="urn:microsoft.com/office/officeart/2011/layout/InterconnectedBlockProcess"/>
    <dgm:cxn modelId="{40545B1D-036A-4CD4-8868-640C962AFCC6}" type="presParOf" srcId="{16C0B950-5FC5-4752-964C-171D78147A63}" destId="{C062AC8E-B9B2-459D-B1A5-06588B0B06A7}" srcOrd="0" destOrd="0" presId="urn:microsoft.com/office/officeart/2011/layout/InterconnectedBlockProcess"/>
    <dgm:cxn modelId="{649503A7-DAA1-48F9-BF01-F40AB541AC7F}" type="presParOf" srcId="{A6BCDA7B-D633-438F-B44D-CB4D60E5C492}" destId="{CF9B84F4-680A-4E4B-97C1-03967F11957F}" srcOrd="10" destOrd="0" presId="urn:microsoft.com/office/officeart/2011/layout/InterconnectedBlockProcess"/>
    <dgm:cxn modelId="{2D4FB8F0-6EA6-46C6-9191-E3E4E0C53B63}" type="presParOf" srcId="{A6BCDA7B-D633-438F-B44D-CB4D60E5C492}" destId="{03A7B17E-EFDC-4182-A81D-4BE91F148522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26453-509E-4FB9-A466-2C3618D8BA45}">
      <dsp:nvSpPr>
        <dsp:cNvPr id="0" name=""/>
        <dsp:cNvSpPr/>
      </dsp:nvSpPr>
      <dsp:spPr>
        <a:xfrm>
          <a:off x="7038135" y="754215"/>
          <a:ext cx="1187879" cy="3016861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52463-6B9D-43C5-A0B7-78D38F4D45F9}">
      <dsp:nvSpPr>
        <dsp:cNvPr id="0" name=""/>
        <dsp:cNvSpPr/>
      </dsp:nvSpPr>
      <dsp:spPr>
        <a:xfrm>
          <a:off x="7038135" y="0"/>
          <a:ext cx="1187879" cy="754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5</a:t>
          </a:r>
        </a:p>
      </dsp:txBody>
      <dsp:txXfrm>
        <a:off x="7038135" y="0"/>
        <a:ext cx="1187879" cy="754215"/>
      </dsp:txXfrm>
    </dsp:sp>
    <dsp:sp modelId="{6375CBE4-861B-4770-8153-C855C4C74A93}">
      <dsp:nvSpPr>
        <dsp:cNvPr id="0" name=""/>
        <dsp:cNvSpPr/>
      </dsp:nvSpPr>
      <dsp:spPr>
        <a:xfrm>
          <a:off x="5853223" y="754215"/>
          <a:ext cx="1187879" cy="282830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F2F9E-27E4-48F0-B521-E02C6F557608}">
      <dsp:nvSpPr>
        <dsp:cNvPr id="0" name=""/>
        <dsp:cNvSpPr/>
      </dsp:nvSpPr>
      <dsp:spPr>
        <a:xfrm>
          <a:off x="5853223" y="94276"/>
          <a:ext cx="1187879" cy="6599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53223" y="94276"/>
        <a:ext cx="1187879" cy="659938"/>
      </dsp:txXfrm>
    </dsp:sp>
    <dsp:sp modelId="{97542972-40DD-4881-8464-63438866FE42}">
      <dsp:nvSpPr>
        <dsp:cNvPr id="0" name=""/>
        <dsp:cNvSpPr/>
      </dsp:nvSpPr>
      <dsp:spPr>
        <a:xfrm>
          <a:off x="4665344" y="754215"/>
          <a:ext cx="1187879" cy="2639753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1B96C-7468-4586-8735-DA700E391EC4}">
      <dsp:nvSpPr>
        <dsp:cNvPr id="0" name=""/>
        <dsp:cNvSpPr/>
      </dsp:nvSpPr>
      <dsp:spPr>
        <a:xfrm>
          <a:off x="4665344" y="191570"/>
          <a:ext cx="1187879" cy="5656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 </a:t>
          </a:r>
        </a:p>
      </dsp:txBody>
      <dsp:txXfrm>
        <a:off x="4665344" y="191570"/>
        <a:ext cx="1187879" cy="565661"/>
      </dsp:txXfrm>
    </dsp:sp>
    <dsp:sp modelId="{C062AC8E-B9B2-459D-B1A5-06588B0B06A7}">
      <dsp:nvSpPr>
        <dsp:cNvPr id="0" name=""/>
        <dsp:cNvSpPr/>
      </dsp:nvSpPr>
      <dsp:spPr>
        <a:xfrm>
          <a:off x="3477464" y="754215"/>
          <a:ext cx="1187879" cy="245120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Building an  foundational knowledge in time-series &amp; IoT data concepts: sensor logs, anomaly detection, predictive maintenance basics (time-series analysis, IoT sensor data d</a:t>
          </a:r>
          <a:r>
            <a:rPr lang="en-IN" sz="1200" kern="1200" dirty="0" err="1"/>
            <a:t>etection</a:t>
          </a:r>
          <a:r>
            <a:rPr lang="en-IN" sz="1200" kern="1200" dirty="0"/>
            <a:t>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0" kern="1200" dirty="0"/>
        </a:p>
      </dsp:txBody>
      <dsp:txXfrm>
        <a:off x="3628250" y="754215"/>
        <a:ext cx="1037094" cy="2451200"/>
      </dsp:txXfrm>
    </dsp:sp>
    <dsp:sp modelId="{03A7B17E-EFDC-4182-A81D-4BE91F148522}">
      <dsp:nvSpPr>
        <dsp:cNvPr id="0" name=""/>
        <dsp:cNvSpPr/>
      </dsp:nvSpPr>
      <dsp:spPr>
        <a:xfrm>
          <a:off x="3477464" y="282830"/>
          <a:ext cx="1187879" cy="4713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 </a:t>
          </a:r>
          <a:r>
            <a:rPr lang="en-IN" sz="1900" kern="1200" dirty="0"/>
            <a:t> </a:t>
          </a:r>
        </a:p>
      </dsp:txBody>
      <dsp:txXfrm>
        <a:off x="3477464" y="282830"/>
        <a:ext cx="1187879" cy="471384"/>
      </dsp:txXfrm>
    </dsp:sp>
    <dsp:sp modelId="{A134CDD1-D85F-44EF-8BEE-9F99A855C1E6}">
      <dsp:nvSpPr>
        <dsp:cNvPr id="0" name=""/>
        <dsp:cNvSpPr/>
      </dsp:nvSpPr>
      <dsp:spPr>
        <a:xfrm>
          <a:off x="2289585" y="754215"/>
          <a:ext cx="1187879" cy="2262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 domain basics for security &amp; automation: Understand boom barriers, turnstiles, flap barriers, CCTV metadata, access patterns (domain knowledge, physical security systems, access control devices)</a:t>
          </a:r>
        </a:p>
      </dsp:txBody>
      <dsp:txXfrm>
        <a:off x="2440370" y="754215"/>
        <a:ext cx="1037094" cy="2262646"/>
      </dsp:txXfrm>
    </dsp:sp>
    <dsp:sp modelId="{65257024-FAC0-4522-B139-1CC85B547BE8}">
      <dsp:nvSpPr>
        <dsp:cNvPr id="0" name=""/>
        <dsp:cNvSpPr/>
      </dsp:nvSpPr>
      <dsp:spPr>
        <a:xfrm>
          <a:off x="2289585" y="377107"/>
          <a:ext cx="1187879" cy="3771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289585" y="377107"/>
        <a:ext cx="1187879" cy="377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13/04/2026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hagyavardhanIntern08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                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</a:t>
            </a:r>
            <a:r>
              <a:rPr lang="en-GB" sz="1700" b="1" dirty="0" err="1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.Bikram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Sarkar &amp; </a:t>
            </a:r>
            <a:r>
              <a:rPr lang="en-GB" sz="1700" b="1" dirty="0" err="1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Ms.Chinmayi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G V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                     Assistant Professor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School of Computer Science and Engineering </a:t>
            </a: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Presidency University</a:t>
            </a:r>
            <a:endParaRPr sz="1700" b="1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Internship-CSE7302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Balakrishnan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47488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BHAGYAVARDHAN</a:t>
                      </a:r>
                      <a:endParaRPr lang="en-US" b="1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762138"/>
            <a:ext cx="10668000" cy="500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 Automations is a trusted name in the field of security and automation solutions.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focus on innovation, quality, and customer satisfaction, we provide a wide range of products designed to make spaces smarter, safer, and more efficient.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the growing number of clients who trust us to automate their world.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04AA-082F-6B54-A486-3E0874FD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</a:t>
            </a:r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Offerings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4F93-848E-EA49-33E2-690A0273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02"/>
            <a:ext cx="10515600" cy="492666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offerings include boom barriers, sliding gates, automatic doors, garage door, gate motors, flap barriers, swing barriers, turnstiles, CCTV cameras, walkie-talkies, metal detectors, and handheld detectors &amp; etc.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it’s residential, commercial, or industrial, our automation solutions are tailored to meet the unique needs of each client.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6F5FE-FA10-D3D1-6B1D-1DADCAFD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25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D497-36A8-4CC6-6745-19F705A2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1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Commitment &amp; Support</a:t>
            </a:r>
            <a:br>
              <a:rPr lang="en-IN" dirty="0">
                <a:solidFill>
                  <a:schemeClr val="accent5"/>
                </a:solidFill>
              </a:rPr>
            </a:b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1798D-46B9-C165-9BE2-AE2C3C0A5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94"/>
            <a:ext cx="10515600" cy="4898669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Backed by years of experience and a dedicated team, we ensure professional installation, reliable support, and prompt after-sales service.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Ankit Automations, we don’t just sell products—we deliver peace of mind and convenience.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FD461-3C34-336B-F028-C131BCB0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0325-FBFE-FCC9-F9D1-0019F404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46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45934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Ankit Automations, you’ll collect and process data from security systems like CCTV cameras and access control devices to identify patterns in usage and potential vulnerabilities.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are used to continuously monitor operational parameters like temperature, voltage, uptime, and error frequency.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automation systems such as CCTV cameras, boom barriers, turnstiles, and access control systems form the core application area.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A5DC-6576-1B20-5156-0D234498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C2CD-E0FD-D6F9-FDE0-8679AB641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5" y="1238866"/>
            <a:ext cx="10663335" cy="493809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operates in the domain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IoT-enabled smart security automation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physical security devices are interconnected through the internet.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analytics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uses historical and real-time data to forecast failures before they occur.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analytics enables proactive decision-making rather than reactive maintenance.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A557F-6BFC-80BA-87E4-0C419129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59A95-B879-363C-4F9E-6FA22F122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54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EB07BB-4883-7ED3-3209-6FAFF85B6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290" y="1272857"/>
            <a:ext cx="2723628" cy="405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4B25-495B-1FC8-7E62-6AC8A26C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2523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C5E4-C9FD-F020-3F9F-4407EA66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0" y="933061"/>
            <a:ext cx="10737980" cy="52439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was conducted 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 Automations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company specializing in security and automation solutions.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includes automation engineers responsible for hardware deployment.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reporting structure helps interns understand real-world organizational workflows.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follows professional communication and reporting standards.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B3F6A-57C2-8D9B-7158-BD5DB3D2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01D68-94F8-294B-0F57-5852C001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720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8293"/>
            <a:ext cx="10515600" cy="396426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cross-functional team dynamics.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ambiguous, unstructured real-world data.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insights to non-technical teams.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time-zone or hybrid work confusion.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consumed significant time and effort.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device behavior using analytics techniques.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maintenance challenges faced in security infrastructures.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predictive maintenance concepts in a real-world scenario.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real-time operational and environmental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56E9-1E19-D41C-CA0D-F08BB6F04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387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Continue….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0C44-8003-D372-F795-5B41A12BC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49" y="1063690"/>
            <a:ext cx="10607351" cy="51226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raw device data into strategic assets overall, turning logs from IoT-connected products into meaningful intelligence that aligns with the company's mission of innovation, quality, and customer-focused automation.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business expansion by analyzing market and usage data to identify high-demand sectors (e.g., industrial vs. commercial) and inform strategic decisions.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4A6C3-18E4-54DB-8901-38C61A10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452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FDBA-F6EE-7107-01A4-165B9850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46" y="365126"/>
            <a:ext cx="9517224" cy="857184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b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86B1C-BAA5-13FE-084D-D39375B52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6" y="951723"/>
            <a:ext cx="10821954" cy="47026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studies highlight predictive maintenance as superior to reactive methods.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shows IoT as a key enabler for smart monitoring systems.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integration between IoT and analytics.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identifies data quality as a major challenge.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35B3A-E89F-6929-86CE-1B61B59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E5581-DB12-5D00-1466-C5EA1E39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869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9D3F-6509-B5A6-C4B2-224405786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837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D24A-6D43-6552-791D-BDB3BF59E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07707"/>
            <a:ext cx="9882673" cy="47026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integrates IoT sensors with security devices.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transmitted securely to cloud servers.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analyze trends and anomalies.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schedules are optimized using analytics.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improves system reliability and uptime.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07D27-13D5-A8E4-7181-C100B9AE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624AE-1C95-F669-9B2D-C7BAB968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240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3E3-7C01-710A-AF2C-99359EF9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10" y="365125"/>
            <a:ext cx="10588690" cy="894507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6D023-792D-59D5-C277-F0F1D724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383"/>
            <a:ext cx="10515600" cy="469329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maintenance methods are reactive.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is inefficient and error-prone.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costs increase due to emergency repairs.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automation systems face unexpected operational failures.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schedules are not data-driven.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28F38-4F14-72C6-3CC8-F9230376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BBB95-78AC-732F-B8FD-DED47152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752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C02D-582F-98D0-05BD-E0826075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191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Details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E61E-CA9F-4851-5DE9-88CF57C31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038"/>
            <a:ext cx="10515600" cy="51599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Laptops/Workstations: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team using Windows 10/11 laptops with 16GB RAM, Intel i7 processors, and dual monitors for productivity.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for coding, GitHub for version control and collaboration, Docker for containerization ensuring consistent environments, and Postman for API testing.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Airflow for workflow orchestration and scheduling, custom Python scripts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database connectivity, and Pandas for data transformation logic.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7351E-639A-78FD-810E-42D001A4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C6FAC-92F8-717E-A27F-DA1E2567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748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E2F8-9D84-9038-3756-F788D92E7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58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Continue….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3887F-6543-6053-1744-EBF150CB5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706"/>
            <a:ext cx="10515600" cy="51692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Slack for team collaboration, Microsoft Teams for meetings, and JIRA for project task tracking and sprint planning.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AWS CloudWatch for infrastructure monitoring, Grafana for custom metrics dashboards, and PagerDuty for incident alerting and escalation management.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Systems: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AWS S3 with versioning enabled, automated backup scripts, and tested disaster recovery procedures with quarterly restoration drills.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9CFE-8A1C-1C28-10A8-96DD2E171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75DB1-2004-19F0-0942-C9246029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608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A5CB-2680-C997-42DB-5474A3B9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814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 </a:t>
            </a:r>
            <a:b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3EEFD-C70C-AFE7-8EC1-79F0DA1D8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5697"/>
            <a:ext cx="10515600" cy="514126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early fault detection.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intervention.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equipment lifespan.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maintenance scheduling.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customer satisfaction.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FA57-0AB6-563D-38D4-AD2C05F5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9EDA8-17C6-A41F-F599-C2437F4D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317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271" y="365125"/>
            <a:ext cx="10783529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80538"/>
              </p:ext>
            </p:extLst>
          </p:nvPr>
        </p:nvGraphicFramePr>
        <p:xfrm>
          <a:off x="838200" y="1497609"/>
          <a:ext cx="10515600" cy="3771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0538" y="901298"/>
            <a:ext cx="8535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  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https://github.com/bhagyavardhanIntern08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7358</TotalTime>
  <Words>1079</Words>
  <Application>Microsoft Office PowerPoint</Application>
  <PresentationFormat>Widescreen</PresentationFormat>
  <Paragraphs>197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 Product Offerings </vt:lpstr>
      <vt:lpstr>Commitment &amp; Support </vt:lpstr>
      <vt:lpstr>Working domain or the technology</vt:lpstr>
      <vt:lpstr>Continue…</vt:lpstr>
      <vt:lpstr>About your team and reporting Manager</vt:lpstr>
      <vt:lpstr>Continue…</vt:lpstr>
      <vt:lpstr>Challenges Faced in Internship</vt:lpstr>
      <vt:lpstr>Objectives of the work</vt:lpstr>
      <vt:lpstr>Continue….</vt:lpstr>
      <vt:lpstr>Literature Review  </vt:lpstr>
      <vt:lpstr>Proposed System </vt:lpstr>
      <vt:lpstr>Problem Statement </vt:lpstr>
      <vt:lpstr>Hardware and Software Details</vt:lpstr>
      <vt:lpstr>Continue….</vt:lpstr>
      <vt:lpstr>Advantages of Proposed System/Work  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Bhagyavardhan SB</cp:lastModifiedBy>
  <cp:revision>752</cp:revision>
  <dcterms:created xsi:type="dcterms:W3CDTF">2022-10-14T07:18:17Z</dcterms:created>
  <dcterms:modified xsi:type="dcterms:W3CDTF">2026-04-13T14:50:25Z</dcterms:modified>
</cp:coreProperties>
</file>